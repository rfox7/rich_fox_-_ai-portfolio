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4" r:id="rId11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86" d="100"/>
          <a:sy n="86" d="100"/>
        </p:scale>
        <p:origin x="730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807561" y="-377190"/>
            <a:ext cx="17871122" cy="99745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6A5B125-5AFD-0498-306E-D4C53476D671}"/>
              </a:ext>
            </a:extLst>
          </p:cNvPr>
          <p:cNvSpPr/>
          <p:nvPr/>
        </p:nvSpPr>
        <p:spPr>
          <a:xfrm>
            <a:off x="2108200" y="601682"/>
            <a:ext cx="11273352" cy="794063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55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Live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4377E-4FE0-8545-73AC-2DE7A068E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B9EB9B-1DE4-B84B-30A5-CE97D3802E66}"/>
              </a:ext>
            </a:extLst>
          </p:cNvPr>
          <p:cNvSpPr txBox="1"/>
          <p:nvPr/>
        </p:nvSpPr>
        <p:spPr>
          <a:xfrm>
            <a:off x="4737100" y="152400"/>
            <a:ext cx="6781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Performance Metrics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F7E13B-2770-AA89-4810-85E3F11EFC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2400" y="1075730"/>
            <a:ext cx="10650140" cy="53250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48D900-4808-A6EB-90A9-7DC28AB035CC}"/>
              </a:ext>
            </a:extLst>
          </p:cNvPr>
          <p:cNvSpPr txBox="1"/>
          <p:nvPr/>
        </p:nvSpPr>
        <p:spPr>
          <a:xfrm>
            <a:off x="558800" y="1447800"/>
            <a:ext cx="3886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Precision and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Precision ≈ 0.94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Recall ≈ 0.89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994F8-3256-8836-7670-1C76B1F8AFF9}"/>
              </a:ext>
            </a:extLst>
          </p:cNvPr>
          <p:cNvSpPr txBox="1"/>
          <p:nvPr/>
        </p:nvSpPr>
        <p:spPr>
          <a:xfrm>
            <a:off x="558800" y="3276600"/>
            <a:ext cx="2133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mAP</a:t>
            </a:r>
            <a:r>
              <a:rPr lang="en-US" b="1" dirty="0"/>
              <a:t> Metrics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mAP50 ≈ 0.90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mAP50-95 ≈ 0.55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50A2D-8FD8-066C-FF25-36655F276B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" y="5124450"/>
            <a:ext cx="5359400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718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D2B1EC3-1379-971E-0915-C827D7195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436" y="0"/>
            <a:ext cx="8192564" cy="914400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5891A28-AAD7-EDA0-095A-6C6D661C2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7375512"/>
              </p:ext>
            </p:extLst>
          </p:nvPr>
        </p:nvGraphicFramePr>
        <p:xfrm>
          <a:off x="1193800" y="3733800"/>
          <a:ext cx="488526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1">
                  <a:extLst>
                    <a:ext uri="{9D8B030D-6E8A-4147-A177-3AD203B41FA5}">
                      <a16:colId xmlns:a16="http://schemas.microsoft.com/office/drawing/2014/main" val="414299198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854678017"/>
                    </a:ext>
                  </a:extLst>
                </a:gridCol>
                <a:gridCol w="920747">
                  <a:extLst>
                    <a:ext uri="{9D8B030D-6E8A-4147-A177-3AD203B41FA5}">
                      <a16:colId xmlns:a16="http://schemas.microsoft.com/office/drawing/2014/main" val="2717942850"/>
                    </a:ext>
                  </a:extLst>
                </a:gridCol>
                <a:gridCol w="1221316">
                  <a:extLst>
                    <a:ext uri="{9D8B030D-6E8A-4147-A177-3AD203B41FA5}">
                      <a16:colId xmlns:a16="http://schemas.microsoft.com/office/drawing/2014/main" val="86699268"/>
                    </a:ext>
                  </a:extLst>
                </a:gridCol>
              </a:tblGrid>
              <a:tr h="27319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7660647"/>
                  </a:ext>
                </a:extLst>
              </a:tr>
              <a:tr h="273191">
                <a:tc>
                  <a:txBody>
                    <a:bodyPr/>
                    <a:lstStyle/>
                    <a:p>
                      <a:r>
                        <a:rPr lang="en-US" dirty="0"/>
                        <a:t>Identified License Plate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236019"/>
                  </a:ext>
                </a:extLst>
              </a:tr>
              <a:tr h="273191">
                <a:tc>
                  <a:txBody>
                    <a:bodyPr/>
                    <a:lstStyle/>
                    <a:p>
                      <a:r>
                        <a:rPr lang="en-US" dirty="0"/>
                        <a:t>Clear TX License Plate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6374641"/>
                  </a:ext>
                </a:extLst>
              </a:tr>
              <a:tr h="273191">
                <a:tc>
                  <a:txBody>
                    <a:bodyPr/>
                    <a:lstStyle/>
                    <a:p>
                      <a:r>
                        <a:rPr lang="en-US" dirty="0"/>
                        <a:t>Selected Non-License Plate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231254"/>
                  </a:ext>
                </a:extLst>
              </a:tr>
              <a:tr h="273191">
                <a:tc>
                  <a:txBody>
                    <a:bodyPr/>
                    <a:lstStyle/>
                    <a:p>
                      <a:r>
                        <a:rPr lang="en-US" dirty="0"/>
                        <a:t>Foreign License Plate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1413032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CBD9B20-4A32-A3B5-DA89-011CF7C102C7}"/>
              </a:ext>
            </a:extLst>
          </p:cNvPr>
          <p:cNvSpPr/>
          <p:nvPr/>
        </p:nvSpPr>
        <p:spPr>
          <a:xfrm>
            <a:off x="1651000" y="762000"/>
            <a:ext cx="42365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Actual Results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c988e174-2ce8-4d8b-843a-cab03a445153}" enabled="1" method="Privileged" siteId="{60970b94-e7fb-4b69-b637-2cb121e1b59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52</Words>
  <Application>Microsoft Office PowerPoint</Application>
  <PresentationFormat>Custom</PresentationFormat>
  <Paragraphs>28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Fox, Rich</dc:creator>
  <cp:lastModifiedBy>Fox, Rich</cp:lastModifiedBy>
  <cp:revision>6</cp:revision>
  <dcterms:created xsi:type="dcterms:W3CDTF">2006-08-16T00:00:00Z</dcterms:created>
  <dcterms:modified xsi:type="dcterms:W3CDTF">2026-05-08T22:41:27Z</dcterms:modified>
</cp:coreProperties>
</file>