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6" r:id="rId9"/>
    <p:sldId id="263" r:id="rId10"/>
    <p:sldId id="264" r:id="rId11"/>
  </p:sldIdLst>
  <p:sldSz cx="16256000" cy="9144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>
        <p:scale>
          <a:sx n="60" d="100"/>
          <a:sy n="60" d="100"/>
        </p:scale>
        <p:origin x="2050" y="82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BF7BDFE-CE4F-561E-E21E-38E5CE7684DC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8928100"/>
            <a:ext cx="1739900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Confidential - Internal Use Only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807561" y="-377190"/>
            <a:ext cx="17871122" cy="99745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762" y="38100"/>
            <a:ext cx="16246475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762" y="38100"/>
            <a:ext cx="16246475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762" y="38100"/>
            <a:ext cx="16246475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6A5B125-5AFD-0498-306E-D4C53476D671}"/>
              </a:ext>
            </a:extLst>
          </p:cNvPr>
          <p:cNvSpPr/>
          <p:nvPr/>
        </p:nvSpPr>
        <p:spPr>
          <a:xfrm>
            <a:off x="2108200" y="601682"/>
            <a:ext cx="11273352" cy="794063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5500" b="1" cap="none" spc="0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1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Live Demo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54377E-4FE0-8545-73AC-2DE7A068EC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8B9EB9B-1DE4-B84B-30A5-CE97D3802E66}"/>
              </a:ext>
            </a:extLst>
          </p:cNvPr>
          <p:cNvSpPr txBox="1"/>
          <p:nvPr/>
        </p:nvSpPr>
        <p:spPr>
          <a:xfrm>
            <a:off x="4737100" y="152400"/>
            <a:ext cx="67818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dirty="0"/>
              <a:t>Performance Metrics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DF7E13B-2770-AA89-4810-85E3F11EFC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2400" y="1075730"/>
            <a:ext cx="10650140" cy="532507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648D900-4808-A6EB-90A9-7DC28AB035CC}"/>
              </a:ext>
            </a:extLst>
          </p:cNvPr>
          <p:cNvSpPr txBox="1"/>
          <p:nvPr/>
        </p:nvSpPr>
        <p:spPr>
          <a:xfrm>
            <a:off x="558800" y="1447800"/>
            <a:ext cx="38862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Precision and Recall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Precision ≈ 0.94</a:t>
            </a:r>
            <a:r>
              <a:rPr lang="en-US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Recall ≈ 0.89</a:t>
            </a:r>
            <a:endParaRPr lang="en-US" dirty="0"/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11994F8-3256-8836-7670-1C76B1F8AFF9}"/>
              </a:ext>
            </a:extLst>
          </p:cNvPr>
          <p:cNvSpPr txBox="1"/>
          <p:nvPr/>
        </p:nvSpPr>
        <p:spPr>
          <a:xfrm>
            <a:off x="558800" y="3276600"/>
            <a:ext cx="21336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/>
              <a:t>mAP</a:t>
            </a:r>
            <a:r>
              <a:rPr lang="en-US" b="1" dirty="0"/>
              <a:t> Metrics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mAP50 ≈ 0.90</a:t>
            </a:r>
            <a:r>
              <a:rPr lang="en-US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mAP50-95 ≈ 0.55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BC50A2D-8FD8-066C-FF25-36655F276B0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00" y="5124450"/>
            <a:ext cx="5359400" cy="4019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67180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762" y="38100"/>
            <a:ext cx="16246475" cy="9067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16f3cac7-8dd5-478a-9992-6218eb1739cc}" enabled="1" method="Standard" siteId="{60970b94-e7fb-4b69-b637-2cb121e1b596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140</TotalTime>
  <Words>21</Words>
  <Application>Microsoft Office PowerPoint</Application>
  <PresentationFormat>Custom</PresentationFormat>
  <Paragraphs>8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Fox, Rich</dc:creator>
  <cp:lastModifiedBy>Fox, Rich</cp:lastModifiedBy>
  <cp:revision>3</cp:revision>
  <dcterms:created xsi:type="dcterms:W3CDTF">2006-08-16T00:00:00Z</dcterms:created>
  <dcterms:modified xsi:type="dcterms:W3CDTF">2026-05-08T20:34:55Z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FooterLocations">
    <vt:lpwstr>Office Theme:8</vt:lpwstr>
  </property>
  <property fmtid="{D5CDD505-2E9C-101B-9397-08002B2CF9AE}" pid="3" name="ClassificationContentMarkingFooterText">
    <vt:lpwstr>Confidential - Internal Use Only</vt:lpwstr>
  </property>
</Properties>
</file>